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F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4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customXml" Target="../customXml/item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0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895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00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2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6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364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62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80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24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081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11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20FF1-6717-43C8-9BCC-965B17C26B14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8BF13-7EF1-41E6-A51F-ECA32A335D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787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ED1F-367A-C262-95F4-AA478C42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47BF99-4305-22D3-A0DF-DC13F4504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8"/>
            <a:ext cx="10691813" cy="755863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580A81E-8207-683D-4795-62FB48481CBE}"/>
              </a:ext>
            </a:extLst>
          </p:cNvPr>
          <p:cNvSpPr txBox="1"/>
          <p:nvPr/>
        </p:nvSpPr>
        <p:spPr>
          <a:xfrm>
            <a:off x="1336613" y="3356150"/>
            <a:ext cx="857483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407F96"/>
                </a:solidFill>
                <a:latin typeface="ITC Avant Garde Gothic" pitchFamily="50" charset="0"/>
              </a:rPr>
              <a:t>Certificamos que {{NOME}}, {{FILHO}} de {{PAIS}}, foi {{DEDICADO}} ao Senhor no dia {{DATA}}, em um culto especial na Comunidade Batista do Rio de Janeiro.</a:t>
            </a:r>
          </a:p>
          <a:p>
            <a:endParaRPr lang="pt-BR" sz="1400" b="1" dirty="0">
              <a:solidFill>
                <a:srgbClr val="407F96"/>
              </a:solidFill>
              <a:latin typeface="ITC Avant Garde Gothic" pitchFamily="50" charset="0"/>
            </a:endParaRPr>
          </a:p>
          <a:p>
            <a:r>
              <a:rPr lang="pt-BR" sz="1400" b="1" dirty="0">
                <a:solidFill>
                  <a:srgbClr val="407F96"/>
                </a:solidFill>
                <a:latin typeface="ITC Avant Garde Gothic" pitchFamily="50" charset="0"/>
              </a:rPr>
              <a:t>Neste dia, como igreja e família da fé, oramos para que sua vida seja firmada na verdade, conduzida pela graça e que cada passo {{PRONOME}} revele o amor de Cristo ao mundo.</a:t>
            </a:r>
          </a:p>
        </p:txBody>
      </p:sp>
    </p:spTree>
    <p:extLst>
      <p:ext uri="{BB962C8B-B14F-4D97-AF65-F5344CB8AC3E}">
        <p14:creationId xmlns:p14="http://schemas.microsoft.com/office/powerpoint/2010/main" val="9831964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ad371f-e8a8-4b33-83a0-f36509fe8c23">
      <Terms xmlns="http://schemas.microsoft.com/office/infopath/2007/PartnerControls"/>
    </lcf76f155ced4ddcb4097134ff3c332f>
    <TaxCatchAll xmlns="6b427f36-1344-4357-b12f-1a8eee3e6c0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BA1097FEAC5144830FC6B1A3E188B3" ma:contentTypeVersion="11" ma:contentTypeDescription="Crie um novo documento." ma:contentTypeScope="" ma:versionID="f44ba4467dde201bb1ebc2602960485c">
  <xsd:schema xmlns:xsd="http://www.w3.org/2001/XMLSchema" xmlns:xs="http://www.w3.org/2001/XMLSchema" xmlns:p="http://schemas.microsoft.com/office/2006/metadata/properties" xmlns:ns2="7cad371f-e8a8-4b33-83a0-f36509fe8c23" xmlns:ns3="6b427f36-1344-4357-b12f-1a8eee3e6c0a" targetNamespace="http://schemas.microsoft.com/office/2006/metadata/properties" ma:root="true" ma:fieldsID="28ebda2b0e97c90aebfa94fedc939afb" ns2:_="" ns3:_="">
    <xsd:import namespace="7cad371f-e8a8-4b33-83a0-f36509fe8c23"/>
    <xsd:import namespace="6b427f36-1344-4357-b12f-1a8eee3e6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d371f-e8a8-4b33-83a0-f36509fe8c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2db71645-e7e0-4d43-bbc2-1d88db6a01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27f36-1344-4357-b12f-1a8eee3e6c0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4ac8cb6-4249-4adc-bb83-5f1a46351c84}" ma:internalName="TaxCatchAll" ma:showField="CatchAllData" ma:web="6b427f36-1344-4357-b12f-1a8eee3e6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583D0E-0582-4CE7-85C4-5C37CCD44069}">
  <ds:schemaRefs>
    <ds:schemaRef ds:uri="http://schemas.microsoft.com/office/2006/metadata/properties"/>
    <ds:schemaRef ds:uri="http://schemas.microsoft.com/office/infopath/2007/PartnerControls"/>
    <ds:schemaRef ds:uri="7cad371f-e8a8-4b33-83a0-f36509fe8c23"/>
    <ds:schemaRef ds:uri="6b427f36-1344-4357-b12f-1a8eee3e6c0a"/>
  </ds:schemaRefs>
</ds:datastoreItem>
</file>

<file path=customXml/itemProps2.xml><?xml version="1.0" encoding="utf-8"?>
<ds:datastoreItem xmlns:ds="http://schemas.openxmlformats.org/officeDocument/2006/customXml" ds:itemID="{1FBF2347-C0EE-4A94-B21D-C0F3FE4A1C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d371f-e8a8-4b33-83a0-f36509fe8c23"/>
    <ds:schemaRef ds:uri="6b427f36-1344-4357-b12f-1a8eee3e6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7DF442-8F66-4FE2-8E66-B496279A76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311</Words>
  <Application>Microsoft Office PowerPoint</Application>
  <PresentationFormat>Personalizar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ITC Avant Garde Gothic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Paiva</dc:creator>
  <cp:lastModifiedBy>Milena Rochet</cp:lastModifiedBy>
  <cp:revision>3</cp:revision>
  <dcterms:created xsi:type="dcterms:W3CDTF">2026-05-04T14:18:47Z</dcterms:created>
  <dcterms:modified xsi:type="dcterms:W3CDTF">2026-06-08T18:22:02Z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0x0101001BBA1097FEAC5144830FC6B1A3E188B3</vt:lpwstr>
  </property>
</Properties>
</file>